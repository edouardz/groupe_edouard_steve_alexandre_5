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4864"/>
            <a:ext cx="73152" cy="508863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 GROUPE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— Gestion collaborative du code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05840" y="3520440"/>
            <a:ext cx="45720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Bordeaux  |  Bachelor Informatique  |  2025-2026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9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OBJECTIF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collaboratif en équipe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286000"/>
            <a:ext cx="26517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modifications du projet ne se synchronisent pas entre les membres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22860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2286000"/>
            <a:ext cx="26517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29000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GitHub Desktop + VS Code pour gérer les versions du code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22860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2286000"/>
            <a:ext cx="26517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63640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le workflow complet : invitation → clone → dev → push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 D'ENSEMBLE DU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 pour contribuer au projet de groupe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5544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907792"/>
            <a:ext cx="9144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99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&amp; vérifier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2880360"/>
            <a:ext cx="1371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41732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417320"/>
            <a:ext cx="15544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14884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2907792"/>
            <a:ext cx="9144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2999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la notif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880360"/>
            <a:ext cx="1371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141732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417320"/>
            <a:ext cx="15544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93192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60520" y="2907792"/>
            <a:ext cx="9144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2999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repository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2880360"/>
            <a:ext cx="1371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141732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23560" y="1417320"/>
            <a:ext cx="15544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7150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907792"/>
            <a:ext cx="9144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2999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2880360"/>
            <a:ext cx="13716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141732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06640" y="1417320"/>
            <a:ext cx="15544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49808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26680" y="2907792"/>
            <a:ext cx="9144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2999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le remote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ÉTAPES 01 &amp; 02 — GitHub Web &amp; Invitation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35661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01 — GitHub Web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Aller sur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Connecter ton compte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Aller dans les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Trouver l'invitation du responsable de projet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88720"/>
            <a:ext cx="91440" cy="3566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02 — Accepter l'Invitation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21488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Cliquer sur la notification d'invitation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Cliquer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"Accept invitation"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 as maintenant accès au repository du groupe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Sans cette étape, tu ne pourras pas cloner ni pousser du code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9509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 03 — GitHub Desktop : Clone Repository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25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GitHub Desktop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l'application GitHub Desktop sur ton ordinateur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2834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dans  File → Clone Repository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l'onglet  URL  et coller l'adresse HTTPS du dépôt git (fournie par le responsable)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dossier de destination sur ton PC, puis cliquer  Clone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ÉTAPES 04 &amp; 05 — VS Code &amp; Push vers le Remote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356616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04 — Visual Studio Code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Dans GitHub Desktop, cliquer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in VS Code"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bon dossier s'ouvre automatiquement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Faire tes modifications de fichiers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Sauvegarder avec  Ctrl+S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88720"/>
            <a:ext cx="91440" cy="3566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05 — Push via GitHub Desktop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54880" y="21488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Retourner sur GitHub Desktop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Les fichiers modifiés apparaissent automatiquement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Écrire un message de commit (ex: "Ajout fonctionnalité X")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Cliquer  Commit to main  puis  Push origin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54864"/>
            <a:ext cx="9070848" cy="9509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RÉCAPITULATIF — Le workflow en un coup d'œil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08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173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" y="1965960"/>
            <a:ext cx="4572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Web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10896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github.com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 compte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11680" y="1188720"/>
            <a:ext cx="1508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41732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32888" y="1965960"/>
            <a:ext cx="4572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0"/>
          <p:cNvSpPr/>
          <p:nvPr/>
        </p:nvSpPr>
        <p:spPr>
          <a:xfrm>
            <a:off x="253288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10312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103120" y="310896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l'invitation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responsable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49040" y="1188720"/>
            <a:ext cx="1508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417320"/>
            <a:ext cx="457200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270248" y="1965960"/>
            <a:ext cx="4572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5"/>
          <p:cNvSpPr/>
          <p:nvPr/>
        </p:nvSpPr>
        <p:spPr>
          <a:xfrm>
            <a:off x="42702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84048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840480" y="310896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le dépôt HTTPS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0" y="1188720"/>
            <a:ext cx="1508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1417320"/>
            <a:ext cx="457200" cy="457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007608" y="1965960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0"/>
          <p:cNvSpPr/>
          <p:nvPr/>
        </p:nvSpPr>
        <p:spPr>
          <a:xfrm>
            <a:off x="60076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57784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77840" y="310896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fichiers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223760" y="1188720"/>
            <a:ext cx="1508760" cy="3566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417320"/>
            <a:ext cx="457200" cy="4572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744968" y="1965960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5"/>
          <p:cNvSpPr/>
          <p:nvPr/>
        </p:nvSpPr>
        <p:spPr>
          <a:xfrm>
            <a:off x="77449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731520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Remote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315200" y="310896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GitHub Desktop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PLACE À LA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DÉMONSTRATION 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allons maintenant exécuter le workflow en direct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Groupe - Workflow GitHub</dc:title>
  <dc:subject>PptxGenJS Presentation</dc:subject>
  <dc:creator>PptxGenJS</dc:creator>
  <cp:lastModifiedBy>PptxGenJS</cp:lastModifiedBy>
  <cp:revision>1</cp:revision>
  <dcterms:created xsi:type="dcterms:W3CDTF">2026-05-21T11:43:42Z</dcterms:created>
  <dcterms:modified xsi:type="dcterms:W3CDTF">2026-05-21T11:43:42Z</dcterms:modified>
</cp:coreProperties>
</file>