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8111C"/>
          </a:solidFill>
          <a:ln w="12700">
            <a:solidFill>
              <a:srgbClr val="0811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45720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3657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3657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3657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3657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3657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88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188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1188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1188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1188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1188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0116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0116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20116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3080" y="20116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0116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0" y="20116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8016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6576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36576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36576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83080" y="36576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36576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88920" y="36576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60520" y="54864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0A302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548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C896"/>
                </a:solidFill>
              </a:rPr>
              <a:t>ECE BORDEAUX · BACHELOR INFORMATIQUE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160520" y="10515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Fil Rouge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4160520" y="16642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 DevSecOps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160520" y="233172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gestion de version au déploiement sécurisé — maîtriser les outils fondamentaux du développeur moderne.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1097280"/>
            <a:ext cx="3246120" cy="548640"/>
          </a:xfrm>
          <a:prstGeom prst="rect">
            <a:avLst/>
          </a:prstGeom>
          <a:solidFill>
            <a:srgbClr val="1E2D42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47472" cy="347472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960120" y="11704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274320" y="1874520"/>
            <a:ext cx="3246120" cy="548640"/>
          </a:xfrm>
          <a:prstGeom prst="rect">
            <a:avLst/>
          </a:prstGeom>
          <a:solidFill>
            <a:srgbClr val="1E2D42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347472" cy="34747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960120" y="19476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Desktop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274320" y="2651760"/>
            <a:ext cx="3246120" cy="548640"/>
          </a:xfrm>
          <a:prstGeom prst="rect">
            <a:avLst/>
          </a:prstGeom>
          <a:solidFill>
            <a:srgbClr val="1E2D42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0"/>
            <a:ext cx="347472" cy="347472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960120" y="27249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274320" y="3429000"/>
            <a:ext cx="3246120" cy="548640"/>
          </a:xfrm>
          <a:prstGeom prst="rect">
            <a:avLst/>
          </a:prstGeom>
          <a:solidFill>
            <a:srgbClr val="1E2D42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20440"/>
            <a:ext cx="347472" cy="347472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96012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51" name="Shape 45"/>
          <p:cNvSpPr/>
          <p:nvPr/>
        </p:nvSpPr>
        <p:spPr>
          <a:xfrm>
            <a:off x="4160520" y="3383280"/>
            <a:ext cx="1417320" cy="1005840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4160520" y="34290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3" name="Text 47"/>
          <p:cNvSpPr/>
          <p:nvPr/>
        </p:nvSpPr>
        <p:spPr>
          <a:xfrm>
            <a:off x="4160520" y="3977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5760720" y="3383280"/>
            <a:ext cx="1417320" cy="1005840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5760720" y="34290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56" name="Text 50"/>
          <p:cNvSpPr/>
          <p:nvPr/>
        </p:nvSpPr>
        <p:spPr>
          <a:xfrm>
            <a:off x="5760720" y="3977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Git clés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7360920" y="3383280"/>
            <a:ext cx="1417320" cy="1005840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7360920" y="34290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9" name="Text 53"/>
          <p:cNvSpPr/>
          <p:nvPr/>
        </p:nvSpPr>
        <p:spPr>
          <a:xfrm>
            <a:off x="7360920" y="3977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 démontrée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841248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F"/>
                </a:solidFill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111C"/>
          </a:solidFill>
          <a:ln w="12700">
            <a:solidFill>
              <a:srgbClr val="0811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VERSIONING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162235"/>
          </a:solidFill>
          <a:ln w="12700">
            <a:solidFill>
              <a:srgbClr val="1A3A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64008" cy="3474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1155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1627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local installé sur la machine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" y="2011680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19659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les versions du projet en local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2523744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24780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revenir à un état précédent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3035808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29900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sans connexion internet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" y="3547872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35021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en ligne de commande (CLI)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069080"/>
            <a:ext cx="3566160" cy="320040"/>
          </a:xfrm>
          <a:prstGeom prst="rect">
            <a:avLst/>
          </a:prstGeom>
          <a:solidFill>
            <a:srgbClr val="091420"/>
          </a:solidFill>
          <a:ln w="12700">
            <a:solidFill>
              <a:srgbClr val="1A3A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4069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·  commit  ·  log  ·  status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162235"/>
          </a:solidFill>
          <a:ln w="12700">
            <a:solidFill>
              <a:srgbClr val="1A2A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46320" y="1005840"/>
            <a:ext cx="64008" cy="34747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14300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623560" y="11155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029200" y="1627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en ligne (cloud)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047488" y="2011680"/>
            <a:ext cx="128016" cy="128016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285232" y="19659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 les dépôts de code en ligne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047488" y="2523744"/>
            <a:ext cx="128016" cy="128016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285232" y="24780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 la collaboration en équipe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047488" y="3035808"/>
            <a:ext cx="128016" cy="128016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285232" y="29900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pour visualiser les commits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047488" y="3547872"/>
            <a:ext cx="128016" cy="128016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285232" y="35021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un compte et une connexion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029200" y="4069080"/>
            <a:ext cx="3566160" cy="320040"/>
          </a:xfrm>
          <a:prstGeom prst="rect">
            <a:avLst/>
          </a:prstGeom>
          <a:solidFill>
            <a:srgbClr val="091420"/>
          </a:solidFill>
          <a:ln w="12700">
            <a:solidFill>
              <a:srgbClr val="1A2A4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029200" y="4069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  ·  push  ·  pull  ·  fork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841248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F"/>
                </a:solidFill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111C"/>
          </a:solidFill>
          <a:ln w="12700">
            <a:solidFill>
              <a:srgbClr val="0811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4A90E2"/>
                </a:solidFill>
              </a:rPr>
              <a:t>MODULE 1 · WORKFLOW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avec GitHub Desktop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804672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79576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9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Cloner le dépôt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38988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Clone Repository → coller l'URL du formateur → choisir un dossier local → Clone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38528"/>
            <a:ext cx="8412480" cy="804672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12264"/>
            <a:ext cx="457200" cy="45720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0299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dans VS Code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322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Visual Studio Code → éditer README.md → ajouter son nom → Ctrl+S pour enregistrer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8412480" cy="804672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044952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9626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local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25526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fichiers modifiés → rédiger le message de commit → Commit to main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803904"/>
            <a:ext cx="8412480" cy="804672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77640"/>
            <a:ext cx="457200" cy="457200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8953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vers GitHub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18795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Push origin → vérifier sur github.com que la modification est bien visible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A20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= sauvegarde locale     ·     Push = envoi vers GitHub     ·     Toujours Pull avant de commencer à modifier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F"/>
                </a:solidFill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111C"/>
          </a:solidFill>
          <a:ln w="12700">
            <a:solidFill>
              <a:srgbClr val="0811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4A90E2"/>
                </a:solidFill>
              </a:rPr>
              <a:t>MODULE 2 · CONTENEURISATION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isoler pour mieux déployer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1234440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64008" cy="123444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6984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41732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immuable — comme une recette. Téléchargeable depuis Docker Hub. Ne s'exécute pas seule.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931920" cy="1234440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64008" cy="12344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06984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64608" y="141732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en cours d'exécution d'une image. Léger, isolé, reproductible sur tout poste.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3931920" cy="1234440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77440"/>
            <a:ext cx="64008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48716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2834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de stockage persistant. Sans volume, les données disparaissent à l'arrêt du conteneur.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377440"/>
            <a:ext cx="3931920" cy="1234440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377440"/>
            <a:ext cx="64008" cy="123444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48716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64608" y="2834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 un port hôte à un port conteneur. Ex : -p 8080:80 donne accès via localhost:8080.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8412480" cy="1143000"/>
          </a:xfrm>
          <a:prstGeom prst="rect">
            <a:avLst/>
          </a:prstGeom>
          <a:solidFill>
            <a:srgbClr val="060E18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822192"/>
            <a:ext cx="109728" cy="109728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382219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" y="3822192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5020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 -p 8080:80 --name dvwa vulnerables/web-dvwa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ID   IMAGE                  STATUS    PORTS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a3f9c8b2...    vulnerables/web-dvwa   Up 10s    0.0.0.0:8080-&gt;80/tcp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F"/>
                </a:solidFill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111C"/>
          </a:solidFill>
          <a:ln w="12700">
            <a:solidFill>
              <a:srgbClr val="0811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E85D5D"/>
                </a:solidFill>
              </a:rPr>
              <a:t>MODULE 3 · SÉCURITÉ WEB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avec DVWA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2331720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normale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3611880" cy="640080"/>
          </a:xfrm>
          <a:prstGeom prst="rect">
            <a:avLst/>
          </a:prstGeom>
          <a:solidFill>
            <a:srgbClr val="060E18"/>
          </a:solidFill>
          <a:ln w="12700">
            <a:solidFill>
              <a:srgbClr val="1A2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64208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'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3611880" cy="347472"/>
          </a:xfrm>
          <a:prstGeom prst="rect">
            <a:avLst/>
          </a:prstGeom>
          <a:solidFill>
            <a:srgbClr val="0A2010"/>
          </a:solidFill>
          <a:ln w="12700">
            <a:solidFill>
              <a:srgbClr val="1A3A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048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Retourne 1 seul utilisateur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3931920" cy="2331720"/>
          </a:xfrm>
          <a:prstGeom prst="rect">
            <a:avLst/>
          </a:prstGeom>
          <a:solidFill>
            <a:srgbClr val="162235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960120"/>
            <a:ext cx="64008" cy="233172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SQL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1' OR '1'='1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1627632"/>
            <a:ext cx="3611880" cy="640080"/>
          </a:xfrm>
          <a:prstGeom prst="rect">
            <a:avLst/>
          </a:prstGeom>
          <a:solidFill>
            <a:srgbClr val="060E18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664208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'1'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'1'='1'</a:t>
            </a:r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2377440"/>
            <a:ext cx="3611880" cy="347472"/>
          </a:xfrm>
          <a:prstGeom prst="rect">
            <a:avLst/>
          </a:prstGeom>
          <a:solidFill>
            <a:srgbClr val="2A0A0A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4048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TOUS les utilisateurs affichés !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3931920" cy="1417320"/>
          </a:xfrm>
          <a:prstGeom prst="rect">
            <a:avLst/>
          </a:prstGeom>
          <a:solidFill>
            <a:srgbClr val="162235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930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fonctionne 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91440" cy="91440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saisie utilisateur est concaténée directement dans la requête SQL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187952"/>
            <a:ext cx="91440" cy="91440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142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validation ni échappement des caractères spéciaux (' ; -)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4489704"/>
            <a:ext cx="91440" cy="91440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4439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condition '1'='1' est toujours vraie → toutes les lignes retournées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429000"/>
            <a:ext cx="3931920" cy="1417320"/>
          </a:xfrm>
          <a:prstGeom prst="rect">
            <a:avLst/>
          </a:prstGeom>
          <a:solidFill>
            <a:srgbClr val="162235"/>
          </a:solidFill>
          <a:ln w="12700">
            <a:solidFill>
              <a:srgbClr val="1A3A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429000"/>
            <a:ext cx="64008" cy="1417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4930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corriger 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388620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8404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requêtes préparées (paramétrées)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0" y="418795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41422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concaténer directement les entrées utilisateur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0" y="448970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44439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et filtrer toutes les saisies côté serveur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1248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F"/>
                </a:solidFill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111C"/>
          </a:solidFill>
          <a:ln w="12700">
            <a:solidFill>
              <a:srgbClr val="0811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0C896"/>
                </a:solidFill>
              </a:rPr>
              <a:t>BILAN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appris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1508760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393192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161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Git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1618488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Sauvegarder, suivre et partager du code avec git clone, add, commit, push.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960120"/>
            <a:ext cx="3931920" cy="1508760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960120"/>
            <a:ext cx="3931920" cy="64008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76672" y="1161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46320" y="1618488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dépôt groupe, inviter des collaborateurs, gérer les conflits via Pull.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2697480"/>
            <a:ext cx="3931920" cy="1508760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2697480"/>
            <a:ext cx="393192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" y="2898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3355848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une application sans installation complexe grâce aux conteneurs et images.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663440" y="2697480"/>
            <a:ext cx="3931920" cy="1508760"/>
          </a:xfrm>
          <a:prstGeom prst="rect">
            <a:avLst/>
          </a:prstGeom>
          <a:solidFill>
            <a:srgbClr val="162235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663440" y="2697480"/>
            <a:ext cx="3931920" cy="64008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2608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76672" y="2898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Web (SQLi)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846320" y="3355848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une faille SQLi sur DVWA, comprendre sa cause, proposer une correction.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65760" y="4315968"/>
            <a:ext cx="8412480" cy="621792"/>
          </a:xfrm>
          <a:prstGeom prst="rect">
            <a:avLst/>
          </a:prstGeom>
          <a:solidFill>
            <a:srgbClr val="0A2010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416552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4370832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= développer vite + collaborer efficacement + déployer proprement + penser sécurité dès le début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8412480" y="4983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F"/>
                </a:solidFill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Initiation DevSecOps – ECE Bordeaux</dc:title>
  <dc:subject>PptxGenJS Presentation</dc:subject>
  <dc:creator>Ouambi Edouard ZONGO</dc:creator>
  <cp:lastModifiedBy>Ouambi Edouard ZONGO</cp:lastModifiedBy>
  <cp:revision>1</cp:revision>
  <dcterms:created xsi:type="dcterms:W3CDTF">2026-05-21T12:38:51Z</dcterms:created>
  <dcterms:modified xsi:type="dcterms:W3CDTF">2026-05-21T12:38:51Z</dcterms:modified>
</cp:coreProperties>
</file>